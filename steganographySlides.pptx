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3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0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209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2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08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1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00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0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4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6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2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3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B668030-A114-4385-8D34-D6535427301A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5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F275-561D-44D3-8913-3ED0B7B56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763" y="460310"/>
            <a:ext cx="9144000" cy="25769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Steganography: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Hiding Information in Digital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A122D-46FA-4EB4-8CC8-8B0F0BC7E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763" y="3763769"/>
            <a:ext cx="5884506" cy="2220264"/>
          </a:xfrm>
        </p:spPr>
        <p:txBody>
          <a:bodyPr>
            <a:normAutofit fontScale="55000" lnSpcReduction="20000"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Group Members:</a:t>
            </a:r>
          </a:p>
          <a:p>
            <a:pPr>
              <a:lnSpc>
                <a:spcPct val="120000"/>
              </a:lnSpc>
            </a:pP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dirty="0">
                <a:latin typeface="Arial" panose="020B0604020202020204" pitchFamily="34" charset="0"/>
                <a:cs typeface="Arial" panose="020B0604020202020204" pitchFamily="34" charset="0"/>
              </a:rPr>
              <a:t>Shima Vosoogh </a:t>
            </a:r>
            <a:br>
              <a:rPr lang="it-IT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dirty="0">
                <a:latin typeface="Arial" panose="020B0604020202020204" pitchFamily="34" charset="0"/>
                <a:cs typeface="Arial" panose="020B0604020202020204" pitchFamily="34" charset="0"/>
              </a:rPr>
              <a:t>Rafia Riana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dirty="0">
                <a:latin typeface="Arial" panose="020B0604020202020204" pitchFamily="34" charset="0"/>
                <a:cs typeface="Arial" panose="020B0604020202020204" pitchFamily="34" charset="0"/>
              </a:rPr>
              <a:t>Gulpari Alandarova</a:t>
            </a:r>
          </a:p>
          <a:p>
            <a:pPr algn="l"/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56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02FE-B970-49D9-9AE5-ABBD591B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26" y="324013"/>
            <a:ext cx="9692640" cy="71471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Steganography?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4AFDD-7AF9-4A73-B0F8-8FE6C1072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26" y="1574157"/>
            <a:ext cx="10278089" cy="435133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Steganography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the practice of hiding information inside another information object, such as a text message that is hidden inside an image.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goal is to make sure the hidden information remain invisible to unintended receivers.</a:t>
            </a:r>
          </a:p>
          <a:p>
            <a:pPr marL="0" indent="0">
              <a:buNone/>
            </a:pPr>
            <a:endParaRPr lang="en-US" dirty="0">
              <a:latin typeface="Abadi" panose="020F0502020204030204" pitchFamily="34" charset="0"/>
            </a:endParaRPr>
          </a:p>
        </p:txBody>
      </p:sp>
      <p:pic>
        <p:nvPicPr>
          <p:cNvPr id="7" name="Picture 6" descr="White circuit board pattern">
            <a:extLst>
              <a:ext uri="{FF2B5EF4-FFF2-40B4-BE49-F238E27FC236}">
                <a16:creationId xmlns:a16="http://schemas.microsoft.com/office/drawing/2014/main" id="{CCD4C467-2D00-C73E-5CC9-78B638345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25" y="3731788"/>
            <a:ext cx="3638843" cy="272913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58A826-0B35-DB1C-B818-24F54D1170AB}"/>
              </a:ext>
            </a:extLst>
          </p:cNvPr>
          <p:cNvCxnSpPr>
            <a:cxnSpLocks/>
            <a:stCxn id="8" idx="0"/>
          </p:cNvCxnSpPr>
          <p:nvPr/>
        </p:nvCxnSpPr>
        <p:spPr>
          <a:xfrm flipH="1">
            <a:off x="3044142" y="4329110"/>
            <a:ext cx="3331060" cy="2789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E2FD45-ABCB-7B0B-C1C0-F2CC28548F84}"/>
              </a:ext>
            </a:extLst>
          </p:cNvPr>
          <p:cNvCxnSpPr>
            <a:cxnSpLocks/>
            <a:stCxn id="8" idx="4"/>
          </p:cNvCxnSpPr>
          <p:nvPr/>
        </p:nvCxnSpPr>
        <p:spPr>
          <a:xfrm flipH="1" flipV="1">
            <a:off x="2992056" y="4774557"/>
            <a:ext cx="3383146" cy="12840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4819AF02-3A47-1205-7608-11BDE9866A6A}"/>
              </a:ext>
            </a:extLst>
          </p:cNvPr>
          <p:cNvSpPr/>
          <p:nvPr/>
        </p:nvSpPr>
        <p:spPr>
          <a:xfrm>
            <a:off x="5510439" y="4329110"/>
            <a:ext cx="1729525" cy="1729525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Hi, Seneca!</a:t>
            </a:r>
            <a:endParaRPr lang="en-CA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28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DBB3-AC3E-7DDB-EC32-6418288B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3B79-6CEB-DD4C-9ADC-DA033E36D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26" y="324013"/>
            <a:ext cx="9692640" cy="71471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Steganography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BB023-1613-1176-E6E0-628664678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26" y="1794076"/>
            <a:ext cx="10058169" cy="43513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Text Steganography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hiding information inside text documents.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Image Steganography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hiding information inside digital images.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Audio Steganography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hiding information inside audio files.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Video Steganography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hiding information inside video files.</a:t>
            </a:r>
          </a:p>
          <a:p>
            <a:pPr marL="0" indent="0">
              <a:buNone/>
            </a:pPr>
            <a:endParaRPr lang="en-US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77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AF46-024E-4562-8F68-C61D9256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1"/>
            <a:ext cx="9692640" cy="735252"/>
          </a:xfrm>
        </p:spPr>
        <p:txBody>
          <a:bodyPr/>
          <a:lstStyle/>
          <a:p>
            <a:r>
              <a:rPr lang="en-US" dirty="0"/>
              <a:t>Introduction to 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44AFD-FC69-4A81-B18C-A87461104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Image steganography is a technique used to hide secret information inside digital images without noticeably changing their appearance.</a:t>
            </a:r>
          </a:p>
          <a:p>
            <a:pPr marL="0" indent="0">
              <a:buNone/>
            </a:pPr>
            <a:r>
              <a:rPr lang="en-US" dirty="0"/>
              <a:t>The hidden information may include text messages, passwords, documents, or other data.</a:t>
            </a:r>
          </a:p>
          <a:p>
            <a:pPr marL="0" indent="0">
              <a:buNone/>
            </a:pPr>
            <a:r>
              <a:rPr lang="en-US" dirty="0"/>
              <a:t>Because the modifications are very small, the image appears unchanged to the human eye.</a:t>
            </a:r>
          </a:p>
          <a:p>
            <a:pPr marL="0" indent="0">
              <a:buNone/>
            </a:pPr>
            <a:r>
              <a:rPr lang="en-US" b="1" dirty="0"/>
              <a:t>Why use images?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Images are widely shared online.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contain millions of pixels.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 changes are difficult to detect.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can store a significant amount of hidden information.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60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4439-5FED-4AB1-94F8-291B5550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97456"/>
          </a:xfrm>
        </p:spPr>
        <p:txBody>
          <a:bodyPr/>
          <a:lstStyle/>
          <a:p>
            <a:r>
              <a:rPr lang="en-US" dirty="0"/>
              <a:t>How Image Steganography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ACFC69-7E94-4059-8EA1-D3DFF0BB2F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820" y="2737454"/>
            <a:ext cx="493900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a cover image.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the secret message.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 the message into binary format.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Embed the data into image pixels.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stego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 the hidden information when needed.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56211-CACD-4341-9F10-D2D7DCB49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192" y="2183363"/>
            <a:ext cx="4474028" cy="298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5679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211</TotalTime>
  <Words>242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Abadi</vt:lpstr>
      <vt:lpstr>Arial</vt:lpstr>
      <vt:lpstr>Century Schoolbook</vt:lpstr>
      <vt:lpstr>Wingdings</vt:lpstr>
      <vt:lpstr>Wingdings 2</vt:lpstr>
      <vt:lpstr>View</vt:lpstr>
      <vt:lpstr>Steganography:  Hiding Information in Digital Media</vt:lpstr>
      <vt:lpstr>What is Steganography?</vt:lpstr>
      <vt:lpstr>Steganography Types</vt:lpstr>
      <vt:lpstr>Introduction to Image Steganography</vt:lpstr>
      <vt:lpstr>How Image Steganography 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Steganography: Hiding Information in Digital Media</dc:title>
  <dc:creator>gulperi.elenderova8@gmail.com</dc:creator>
  <cp:lastModifiedBy>Morteza Moghaddassian</cp:lastModifiedBy>
  <cp:revision>14</cp:revision>
  <dcterms:created xsi:type="dcterms:W3CDTF">2026-06-18T21:35:12Z</dcterms:created>
  <dcterms:modified xsi:type="dcterms:W3CDTF">2026-06-19T06:14:32Z</dcterms:modified>
</cp:coreProperties>
</file>