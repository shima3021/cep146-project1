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9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10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B668030-A114-4385-8D34-D6535427301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2094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8030-A114-4385-8D34-D6535427301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20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8030-A114-4385-8D34-D6535427301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5088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8030-A114-4385-8D34-D6535427301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14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8030-A114-4385-8D34-D6535427301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00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8030-A114-4385-8D34-D6535427301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50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8030-A114-4385-8D34-D6535427301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07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8030-A114-4385-8D34-D6535427301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242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8030-A114-4385-8D34-D6535427301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765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8030-A114-4385-8D34-D6535427301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23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8030-A114-4385-8D34-D6535427301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3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BB668030-A114-4385-8D34-D6535427301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9F0B2246-9E91-403D-B2BF-AC481CB26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5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2F275-561D-44D3-8913-3ED0B7B56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3763" y="460310"/>
            <a:ext cx="9144000" cy="257690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Steganography: Hiding Information in Digital Media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BA122D-46FA-4EB4-8CC8-8B0F0BC7EE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3763" y="3763769"/>
            <a:ext cx="5884506" cy="2220264"/>
          </a:xfrm>
        </p:spPr>
        <p:txBody>
          <a:bodyPr>
            <a:normAutofit fontScale="70000" lnSpcReduction="20000"/>
          </a:bodyPr>
          <a:lstStyle/>
          <a:p>
            <a:r>
              <a:rPr lang="en-US" sz="3300" dirty="0"/>
              <a:t>Group Members:</a:t>
            </a:r>
          </a:p>
          <a:p>
            <a:pPr>
              <a:lnSpc>
                <a:spcPct val="120000"/>
              </a:lnSpc>
            </a:pPr>
            <a:br>
              <a:rPr lang="en-US" dirty="0"/>
            </a:br>
            <a:r>
              <a:rPr lang="it-IT" sz="2600" dirty="0"/>
              <a:t>Shima Vosoogh </a:t>
            </a:r>
            <a:br>
              <a:rPr lang="it-IT" sz="2600" dirty="0"/>
            </a:br>
            <a:r>
              <a:rPr lang="it-IT" sz="2600" dirty="0"/>
              <a:t>Rafia Riana</a:t>
            </a:r>
            <a:br>
              <a:rPr lang="en-US" sz="2600" dirty="0"/>
            </a:br>
            <a:r>
              <a:rPr lang="it-IT" sz="2600" dirty="0"/>
              <a:t>Gulpari Alandarova</a:t>
            </a:r>
          </a:p>
          <a:p>
            <a:pPr algn="l"/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561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202FE-B970-49D9-9AE5-ABBD591B4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497633"/>
            <a:ext cx="9692640" cy="714718"/>
          </a:xfrm>
        </p:spPr>
        <p:txBody>
          <a:bodyPr/>
          <a:lstStyle/>
          <a:p>
            <a:r>
              <a:rPr lang="en-US" dirty="0"/>
              <a:t>What is Steganography?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4AFDD-7AF9-4A73-B0F8-8FE6C1072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Steganography is the art and science of hiding secret information inside another file,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Text files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Audio files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Video files </a:t>
            </a:r>
          </a:p>
          <a:p>
            <a:pPr marL="0" indent="0">
              <a:buNone/>
            </a:pPr>
            <a:r>
              <a:rPr lang="en-US" dirty="0"/>
              <a:t>The goal is to make the hidden information invisible to unauthorized users.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28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13D02-356C-4FEE-8E98-2C6DC0FCB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735252"/>
          </a:xfrm>
        </p:spPr>
        <p:txBody>
          <a:bodyPr/>
          <a:lstStyle/>
          <a:p>
            <a:r>
              <a:rPr lang="en-US" dirty="0"/>
              <a:t>Types of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F7130-C8D1-434C-A4CC-404686E0E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Text Steganography</a:t>
            </a:r>
          </a:p>
          <a:p>
            <a:pPr marL="0" indent="0">
              <a:buNone/>
            </a:pPr>
            <a:r>
              <a:rPr lang="en-US" dirty="0"/>
              <a:t>Hiding information inside text documents.</a:t>
            </a:r>
          </a:p>
          <a:p>
            <a:r>
              <a:rPr lang="en-US" b="1" dirty="0"/>
              <a:t>Image Steganography</a:t>
            </a:r>
          </a:p>
          <a:p>
            <a:pPr marL="0" indent="0">
              <a:buNone/>
            </a:pPr>
            <a:r>
              <a:rPr lang="en-US" dirty="0"/>
              <a:t>Hiding information inside digital images.</a:t>
            </a:r>
          </a:p>
          <a:p>
            <a:r>
              <a:rPr lang="en-US" b="1" dirty="0"/>
              <a:t>Audio Steganography</a:t>
            </a:r>
          </a:p>
          <a:p>
            <a:pPr marL="0" indent="0">
              <a:buNone/>
            </a:pPr>
            <a:r>
              <a:rPr lang="en-US" dirty="0"/>
              <a:t>Hiding information inside audio files.</a:t>
            </a:r>
          </a:p>
          <a:p>
            <a:r>
              <a:rPr lang="en-US" b="1" dirty="0"/>
              <a:t>Video Steganography</a:t>
            </a:r>
          </a:p>
          <a:p>
            <a:pPr marL="0" indent="0">
              <a:buNone/>
            </a:pPr>
            <a:r>
              <a:rPr lang="en-US" dirty="0"/>
              <a:t>Hiding information inside videos.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488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7AF46-024E-4562-8F68-C61D92561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1"/>
            <a:ext cx="9692640" cy="735252"/>
          </a:xfrm>
        </p:spPr>
        <p:txBody>
          <a:bodyPr/>
          <a:lstStyle/>
          <a:p>
            <a:r>
              <a:rPr lang="en-US" dirty="0"/>
              <a:t>Introduction to Image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44AFD-FC69-4A81-B18C-A87461104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Image steganography is a technique used to hide secret information inside digital images without noticeably changing their appearance.</a:t>
            </a:r>
          </a:p>
          <a:p>
            <a:pPr marL="0" indent="0">
              <a:buNone/>
            </a:pPr>
            <a:r>
              <a:rPr lang="en-US" dirty="0"/>
              <a:t>The hidden information may include text messages, passwords, documents, or other data.</a:t>
            </a:r>
          </a:p>
          <a:p>
            <a:pPr marL="0" indent="0">
              <a:buNone/>
            </a:pPr>
            <a:r>
              <a:rPr lang="en-US" dirty="0"/>
              <a:t>Because the modifications are very small, the image appears unchanged to the human eye.</a:t>
            </a:r>
          </a:p>
          <a:p>
            <a:pPr marL="0" indent="0">
              <a:buNone/>
            </a:pPr>
            <a:r>
              <a:rPr lang="en-US" b="1" dirty="0"/>
              <a:t>Why use images?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Images are widely shared online.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contain millions of pixels.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Small changes are difficult to detect.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can store a significant amount of hidden information.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760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44439-5FED-4AB1-94F8-291B5550D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797456"/>
          </a:xfrm>
        </p:spPr>
        <p:txBody>
          <a:bodyPr/>
          <a:lstStyle/>
          <a:p>
            <a:r>
              <a:rPr lang="en-US" dirty="0"/>
              <a:t>How Image Steganography Works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ACFC69-7E94-4059-8EA1-D3DFF0BB2F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5820" y="2737454"/>
            <a:ext cx="4939004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a cover image.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 the secret message.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 the message into binary format.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Embed the data into image pixels.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stego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image.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Extract the hidden information when needed.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A56211-CACD-4341-9F10-D2D7DCB49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192" y="2183363"/>
            <a:ext cx="4474028" cy="298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35679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187</TotalTime>
  <Words>227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Schoolbook</vt:lpstr>
      <vt:lpstr>Wingdings 2</vt:lpstr>
      <vt:lpstr>View</vt:lpstr>
      <vt:lpstr>Steganography: Hiding Information in Digital Media</vt:lpstr>
      <vt:lpstr>What is Steganography?</vt:lpstr>
      <vt:lpstr>Types of Steganography</vt:lpstr>
      <vt:lpstr>Introduction to Image Steganography</vt:lpstr>
      <vt:lpstr>How Image Steganography Works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Steganography: Hiding Information in Digital Media</dc:title>
  <dc:creator>gulperi.elenderova8@gmail.com</dc:creator>
  <cp:lastModifiedBy>Morteza Moghaddassian</cp:lastModifiedBy>
  <cp:revision>5</cp:revision>
  <dcterms:created xsi:type="dcterms:W3CDTF">2026-06-18T21:35:12Z</dcterms:created>
  <dcterms:modified xsi:type="dcterms:W3CDTF">2026-06-19T03:02:54Z</dcterms:modified>
</cp:coreProperties>
</file>